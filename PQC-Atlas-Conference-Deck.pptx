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SUBMISSION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PQC-Atlas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457200" y="2240280"/>
            <a:ext cx="16459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Cryptographic Discovery &amp; Observability Engine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every quantum-vulnerable algorithm in your codebase before a quantum computer finds it for you.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Sravan Cherukuri &amp; Sai Saketh Cherukuri  |  Innovators, PQC-Atlas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github.com/saisravan909/pqc-atlas  |  Apache 2.0  |  Go 1.21+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731520"/>
            <a:ext cx="1828800" cy="3474720"/>
          </a:xfrm>
          <a:prstGeom prst="rect">
            <a:avLst/>
          </a:prstGeom>
          <a:solidFill>
            <a:srgbClr val="0D1A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914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13232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found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0" y="1965960"/>
            <a:ext cx="14630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13232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scanned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0" y="3017520"/>
            <a:ext cx="14630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3108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3.51ms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13232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scan time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Encrypted Data Is Being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Right Now.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Adversaries are running a strategy called HNDL — Harvest Now, Decrypt Later. They store encrypted data today and wait for a quantum computer to break it. The encryption protecting your systems may already be compromised. It just has not been decrypted yet.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54864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92608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 and ECC are broken by quantum computers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12724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Shor's Algorithm reduces RSA-2048 to hours on a CRQC. No patch exists — only migration.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584448"/>
            <a:ext cx="54864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8444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NSM-10 and CNSA 2.0 mandate migration by 2030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78561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agencies and critical infrastructure operators face hard deadlines. Non-compliance is a national security failure.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54864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242816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 discovery, not knowledge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44398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organizations know they need to migrate. They do not know which systems are vulnerable.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91440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0000" dirty="0"/>
          </a:p>
        </p:txBody>
      </p:sp>
      <p:sp>
        <p:nvSpPr>
          <p:cNvPr id="15" name="Text 13"/>
          <p:cNvSpPr/>
          <p:nvPr/>
        </p:nvSpPr>
        <p:spPr>
          <a:xfrm>
            <a:off x="621792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CNSA 2.0 Full Compliance Deadline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0" y="3200400"/>
            <a:ext cx="2377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337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systems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PQC-only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589520" y="3337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58952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CRQC arrival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Organizations Are Cryptographically Blind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barrier to PQC migration is not technology — it is visibility. Before you can replace a vulnerable algorithm, you must first find 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834640" cy="2377440"/>
          </a:xfrm>
          <a:prstGeom prst="rect">
            <a:avLst/>
          </a:prstGeom>
          <a:solidFill>
            <a:srgbClr val="0D1A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9659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4572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834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codebases contain quantum-vulnerable cryptography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31012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RSA, ECC, and DSA are deeply embedded across languages, frameworks, and libraries. Most instances are invisible to engineers.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834640" cy="2377440"/>
          </a:xfrm>
          <a:prstGeom prst="rect">
            <a:avLst/>
          </a:prstGeom>
          <a:solidFill>
            <a:srgbClr val="0D1A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9659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3657600" y="2743200"/>
            <a:ext cx="457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834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break RSA-2048 on a Cryptographically-Relevant Quantum Computer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331012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Shor's Algorithm factorizes the mathematical foundation of RSA and ECC in hours, not billions of years.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1920240"/>
            <a:ext cx="2834640" cy="2377440"/>
          </a:xfrm>
          <a:prstGeom prst="rect">
            <a:avLst/>
          </a:prstGeom>
          <a:solidFill>
            <a:srgbClr val="0D1A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9659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4400" dirty="0"/>
          </a:p>
        </p:txBody>
      </p:sp>
      <p:sp>
        <p:nvSpPr>
          <p:cNvPr id="17" name="Shape 15"/>
          <p:cNvSpPr/>
          <p:nvPr/>
        </p:nvSpPr>
        <p:spPr>
          <a:xfrm>
            <a:off x="6675120" y="2743200"/>
            <a:ext cx="4572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834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HNDL attacks are active — data is being collected today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331012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Nation-state actors store encrypted traffic today. Retroactive decryption requires no access — only the harvested data.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389120"/>
            <a:ext cx="8869680" cy="502920"/>
          </a:xfrm>
          <a:prstGeom prst="rect">
            <a:avLst/>
          </a:prstGeom>
          <a:solidFill>
            <a:srgbClr val="0D1A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34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discovery.  Security teams know quantum migration is required. They do not have a systematic inventory of which cryptographic primitives exist, where they live, or how urgent each one is.  PQC-Atlas closes this gap.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Steps.  Zero Guesswork.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PQC-Atlas transforms your codebase from an unmapped cryptographic risk surface into a prioritized, standards-compliant migration roadmap.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2834640" cy="3017520"/>
          </a:xfrm>
          <a:prstGeom prst="rect">
            <a:avLst/>
          </a:prstGeom>
          <a:solidFill>
            <a:srgbClr val="0D1A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874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static analysis across Go, Python, and Java. AST parsing for Go finds structural usage. Regex scanning for Python and Java catches framework-level patterns.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322783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1729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RSA, ECC, DSA, ECDSA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483864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429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MD5, SHA-1, DES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739896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685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code execution required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1828800"/>
            <a:ext cx="2834640" cy="3017520"/>
          </a:xfrm>
          <a:prstGeom prst="rect">
            <a:avLst/>
          </a:prstGeom>
          <a:solidFill>
            <a:srgbClr val="0D1A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874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383280" y="1920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74720" y="23774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receives a Quantum Exposure Score (QES) — a quantitative risk metric mapping algorithm strength, key size, and NIST migration urgency.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20440" y="322783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75888" y="31729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QES 1.00-1.10 (RSA)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20440" y="348386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75888" y="3429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QES 0.60-0.99 (MD5)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20440" y="373989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75888" y="3685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QES &lt; 0.60 (SHA-1)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1828800"/>
            <a:ext cx="2834640" cy="3017520"/>
          </a:xfrm>
          <a:prstGeom prst="rect">
            <a:avLst/>
          </a:prstGeom>
          <a:solidFill>
            <a:srgbClr val="0D1A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1874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400800" y="1920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92240" y="23774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a CycloneDX 1.7 Cryptographic Bill of Materials — a machine-readable inventory with exact NIST FIPS 203/204 replacement guidance per finding.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37960" y="322783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93408" y="31729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CycloneDX 1.7 CBOM JSON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37960" y="34838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3408" y="3429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203/204 migration map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37960" y="373989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93408" y="3685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platform ingestible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919472"/>
            <a:ext cx="8869680" cy="320040"/>
          </a:xfrm>
          <a:prstGeom prst="rect">
            <a:avLst/>
          </a:prstGeom>
          <a:solidFill>
            <a:srgbClr val="0D1A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651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— AST    |    Python — Regex    |    Java — Regex    →    LSDB OID Mapping    →    QES Scoring    →    CycloneDX 1.7 CBOM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Code.  Real Findings.  Real Time.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against examples/legacy-app/ — a realistic microservice included in the repository. No mocked output.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834640" cy="1645920"/>
          </a:xfrm>
          <a:prstGeom prst="rect">
            <a:avLst/>
          </a:prstGeom>
          <a:solidFill>
            <a:srgbClr val="0D1A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373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4871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vulnerabilities across all files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834640" cy="1645920"/>
          </a:xfrm>
          <a:prstGeom prst="rect">
            <a:avLst/>
          </a:prstGeom>
          <a:solidFill>
            <a:srgbClr val="0D1A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7373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383280" y="24871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7432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(AST), Python (Regex), Java (Regex)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1691640"/>
            <a:ext cx="2834640" cy="1645920"/>
          </a:xfrm>
          <a:prstGeom prst="rect">
            <a:avLst/>
          </a:prstGeom>
          <a:solidFill>
            <a:srgbClr val="0D1A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7373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3.51ms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400800" y="24871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7432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AST parse and regex scan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8869680" cy="1828800"/>
          </a:xfrm>
          <a:prstGeom prst="rect">
            <a:avLst/>
          </a:prstGeom>
          <a:solidFill>
            <a:srgbClr val="03081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go run main.go scan --path examples/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5661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[java]   TokenService.java:16  — RSA-Legacy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83480" y="35661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[java]   TokenService.java:24  — ECC-Legacy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" y="382219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7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[python] auth_service.py:13    — RSA-Legacy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83480" y="382219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7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[python] auth_service.py:21    — ECC-Legacy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8640" y="407822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D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[go]     main.go:15            — RSA-Legacy-2048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83480" y="407822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D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[go]     main.go:24            — ECDSA-Legacy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" y="480974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Scan Complete.  Found 17 cryptographic primitives in 3.51ms.  CBOM written.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Violations Before They Reach Production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PQC-Atlas integrates as a GitHub Actions gate. Every pull request is scanned automatically. Quantum-vulnerable code cannot merge until it is remediated.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468880" cy="2377440"/>
          </a:xfrm>
          <a:prstGeom prst="rect">
            <a:avLst/>
          </a:prstGeom>
          <a:solidFill>
            <a:srgbClr val="0D1A2F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651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PR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34640" y="3063240"/>
            <a:ext cx="2743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1920240"/>
            <a:ext cx="2468880" cy="2377440"/>
          </a:xfrm>
          <a:prstGeom prst="rect">
            <a:avLst/>
          </a:prstGeom>
          <a:solidFill>
            <a:srgbClr val="0D1A2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2651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PQC-Atlas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5040" y="1920240"/>
            <a:ext cx="2834640" cy="1097280"/>
          </a:xfrm>
          <a:prstGeom prst="rect">
            <a:avLst/>
          </a:prstGeom>
          <a:solidFill>
            <a:srgbClr val="1A050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057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26480" y="24871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RSA-Legacy detected.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prevented. Engineer must migrate to ML-DSA.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3200400"/>
            <a:ext cx="2834640" cy="1097280"/>
          </a:xfrm>
          <a:prstGeom prst="rect">
            <a:avLst/>
          </a:prstGeom>
          <a:solidFill>
            <a:srgbClr val="051A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3337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37673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violations. CBOM artifact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uploaded. Merge allowed.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60720" y="3090672"/>
            <a:ext cx="2743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434840"/>
            <a:ext cx="8869680" cy="685800"/>
          </a:xfrm>
          <a:prstGeom prst="rect">
            <a:avLst/>
          </a:prstGeom>
          <a:solidFill>
            <a:srgbClr val="0D1A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177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Every PR and push to main  |  On Violation: Build fails, exact NIST replacement shown  |  On Pass: Signed CBOM uploaded, retained 90 days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PQC-Atlas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2030 Deadline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Optional.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begins with discovery. PQC-Atlas gives every security team, DevSecOps engineer, and compliance officer the visibility they need to begin — today.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2743200" cy="1417320"/>
          </a:xfrm>
          <a:prstGeom prst="rect">
            <a:avLst/>
          </a:prstGeom>
          <a:solidFill>
            <a:srgbClr val="0D1A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163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27355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your entire codebase. Find every quantum-vulnerable algorithm. Build your complete cryptographic inventory.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29000" y="2743200"/>
            <a:ext cx="2743200" cy="1417320"/>
          </a:xfrm>
          <a:prstGeom prst="rect">
            <a:avLst/>
          </a:prstGeom>
          <a:solidFill>
            <a:srgbClr val="0D1A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8163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20440" y="327355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QES scoring tells you which algorithms to migrate first. Focus engineering effort where HNDL risk is highest.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0" y="2743200"/>
            <a:ext cx="2743200" cy="1417320"/>
          </a:xfrm>
          <a:prstGeom prst="rect">
            <a:avLst/>
          </a:prstGeom>
          <a:solidFill>
            <a:srgbClr val="0D1A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8163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327355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CycloneDX 1.7 CBOM output is ingestible by federal GRC platforms. CI gate prevents cryptographic drift from day one.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0" y="4297680"/>
            <a:ext cx="256032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434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Sravan Cherukuri  &amp;  Sai Saketh Cherukuri  |  Innovators, PQC-Atlas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github.com/saisravan909/pqc-atlas  |  Apache 2.0  |  NIST FIPS 203/204  |  NSM-10  |  CNSA 2.0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PQC-Atlas: Conference Deck</dc:title>
  <dc:subject>PptxGenJS Presentation</dc:subject>
  <dc:creator>Sai Sravan Cherukuri &amp; Sai Saketh Cherukuri</dc:creator>
  <cp:lastModifiedBy>Sai Sravan Cherukuri &amp; Sai Saketh Cherukuri</cp:lastModifiedBy>
  <cp:revision>1</cp:revision>
  <dcterms:created xsi:type="dcterms:W3CDTF">2026-03-31T01:53:03Z</dcterms:created>
  <dcterms:modified xsi:type="dcterms:W3CDTF">2026-03-31T01:53:03Z</dcterms:modified>
</cp:coreProperties>
</file>